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THE GAZETTE</a:t>
            </a:r>
          </a:p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</a:defRPr>
            </a:pPr>
            <a:r>
              <a:t>Enterprise Polyglot Publication Operating System &amp; Editorial Studio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Decoupled React 19 Frontend | NestJS Enterprise Core | PostgreSQL + MongoDB + Redis Mesh | Zero-Trust OWASP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2064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923C"/>
                </a:solidFill>
              </a:defRPr>
            </a:pPr>
            <a:r>
              <a:t>Candidate / Presenter: Adarsh Patel  |  Repository: adarshaldkar/CMS-Content_management_system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The Problem Space &amp; Modern Editorial 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923C"/>
                </a:solidFill>
              </a:defRPr>
            </a:pPr>
            <a:r>
              <a:t>1. Monolithic Storage Fatigue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Traditional CMS (WordPress, Drupal) cram relational metadata and complex JSON articles into a single SQL table.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High-velocity writing sessions cause database table locking, cache invalidation storms, and query bottlenecks.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Lack of native document modeling for rich nested rich-text block hierarchies.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923C"/>
                </a:solidFill>
              </a:defRPr>
            </a:pPr>
            <a:r>
              <a:t>2. Editorial Fragility &amp; Content Loss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Authors face browser crashes, network drops, or expired JWT sessions during long writing workflows.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Lack of local client-side resilience forces constant re-drafting.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Absence of granular multi-stage review (Authors vs. Editors vs. Admins) leads to accidental unverified publishing.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923C"/>
                </a:solidFill>
              </a:defRPr>
            </a:pPr>
            <a:r>
              <a:t>3. Insecure Ingestion &amp; Ingestion Lag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External embed scrapers and media upload endpoints frequently suffer from Server-Side Request Forgery (SSRF).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Synchronous media processing blocks the main API thread, ballooning HTTP response times.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Absence of strict brute-force rate-limiting invites credential stuffing.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The Gazette Solution &amp; Architectural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6634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Polyglot Persistence Mesh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PostgreSQL 16 for strict ACID user credentials, roles, and audit trails.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MongoDB 7 for flexible, polymorphic ProseMirror content trees and revisions.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Redis 7 for microsecond sliding-window throttlers and session revocations.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6634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Zero-Data-Loss Writing Studio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TipTap / ProseMirror rich editor with real-time slash commands and floating ribbons.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Dual-tier persistence: Keystroke-level IndexedDB local buffer + debounced server sync.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Side-by-side revision conflict resolver upon re-entry.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519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Asynchronous Background Processing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BullMQ distributed message queues backed by Redis.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Offloaded video transcoding, OpenGraph scraping, and automated publishing slots.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Prevents API gateway thread starvation during heavy media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519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Enterprise Defense-in-Depth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Zero-Trust SSRF validator blocking private subnets and AWS metadata APIs.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Dual-Token JWT lifecycle (15-min access + 7-day family-rotated refresh token).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Verified through live Burp Suite Pro Collaborator OOB penetration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As-Built Product Requirements &amp; Acceptance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Core Implemented Requirements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FR-01 (Auth): Argon2id password encryption with dual JWT cookie lifecycle.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FR-02 (RBAC): Strict 5-tier role hierarchy (SUPER_ADMIN to READER).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FR-03 (Studio): WYSIWYG TipTap editing with dynamic slash (/) palette.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FR-04 (Recovery): Local IndexedDB autosave buffer with collision modals.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FR-05 (Media): Cloudinary CDN upload + zero-trust SSRF embed scraper.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FR-06 (Workflows): 5-state editorial pipeline (Draft to Published).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Non-Functional &amp; Operational Standards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NFR-01 (Latency): Sub-100ms cached reading responses; &lt;50ms p95 API latency.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NFR-02 (Security): OWASP Top 10 compliance (Zero SQLi, SSRF, XSS, CSRF).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NFR-03 (Resilience): Graceful fallback to local storage if Redis or secondary DB settles.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NFR-04 (Footprint): Docker developer mesh constrained to &lt;=450 MB RAM budget.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Acceptance Proof: All journeys validated via automated Playwright E2E suites.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UI/UX Engineering &amp; Editorial Studio Ergonomics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Distraction-Free Canvas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TipTap ProseMirror engine tailored for long-form journalistic writing.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Context-sensitive floating bubble toolbar on text selection.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Slash Command Palette (/) for keyboard-only insertion of tables, code, and callouts.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Active Document Navigation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Real-time Document Outline Drawer generated dynamically from H1-H3 DOM tags.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Pre-Publish Checklist validating excerpt, slug uniqueness, and cover assets.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Side-by-side visual diff comparison for editors reviewing revisions.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State &amp; Collision Handling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Debounced 500ms auto-commit to browser IndexedDB.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Unsaved changes modal intercepts accidental navigation.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Visual recovery dialog comparing local timestamp with remote server snapshot.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Full-Stack System Architecture &amp; C4 Topology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Client Tier (Vite / React 19)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Single-Page Application with React Router 7 and TanStack Query.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State management with Zustand and reactive UI motion via Motion.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Unified API Service Gateway communicating over secure HTTPS/WSS.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Driver.js guided onboarding for newly invited authors.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API Gateway (NestJS Core)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Modular domain controllers with class-validator DTO pipelines.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Global Guards: JwtAuthGuard, RolesGuard, CsrfGuard, ThrottlerGuard.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Centralized Global Exception Filter with unique tracing reference IDs.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Swagger / OpenAPI automated documentation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Persistence &amp; Processing Mesh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PostgreSQL: ACID relational model for users, permissions, and audit logs.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MongoDB: High-velocity document store for stories and block trees.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Redis: In-memory sliding-window throttlers and BullMQ queues.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ClickHouse: Real-time telemetry columnar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Database Design: Polyglot Persistence Mesh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6634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PostgreSQL 16 (Relational Core)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users: UUID PK, unique email, Argon2id hash, role enum, isActive flag.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refresh_sessions: Token family ID, cryptographic JTI, revocation state.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categories &amp; tags: Relational taxonomy and editorial taxonomy trees.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6634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MongoDB 7 (Document Store)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articles: polymorphic JSON block trees, nested revisions, autosave buffer.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comments: hierarchical threaded discussion trees.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publishing_slots: reserved scheduling records and author lock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519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923C"/>
                </a:solidFill>
              </a:defRPr>
            </a:pPr>
            <a:r>
              <a:t>Redis 7 (Ephemeral Cache &amp; Queues)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throttle:default &amp; throttle:auth-sensitive sliding window counters.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session:revoked:&lt;jti&gt; blacklist sets for instant logout propagation.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bull:editorial-queue:* for persistent background job payloads.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519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923C"/>
                </a:solidFill>
              </a:defRPr>
            </a:pPr>
            <a:r>
              <a:t>ClickHouse (Telemetry Engine)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Real-time event logging: article_views, reading_duration, scroll_depth.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Columnar compression enables querying 10M+ rows in sub-second time.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Powers author reading analytics dashboard without SQL database lag.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Backend Engineering &amp; API Design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Domain-Driven Modularity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AuthModule: Authentication, token refresh, Turnstile captcha.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ArticlesModule: Editorial workflows, revision forks, search.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EmbedsModule: OpenGraph scrapers, YouTube / Vimeo providers.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JobsModule: BullMQ queue workers and scheduler cron.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Guard &amp; Pipeline Flow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Incoming Request -&gt; CORS / Helmet security headers.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CsrfGuard: Double-Submit Cookie verification for state-changing calls.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ThrottlerGuard: Multi-tier sliding window rate checks.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JwtAuthGuard: HMAC verification and active user status lookup.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Enterprise Resilience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Centralized Global Exception Filter maps all errors to structured RFC-7807 JSON.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Generates traceable reference IDs (ERR-YYYYMMDD-XXXXXX) for debugging.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Strict DTO validation with whitelist and forbidNonWhitelisted flags.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Asynchronous Pipelines &amp; Scheduled Publishing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Publishing Slot Architecture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Problem: Authors need to release stories at peak reader engagement hours without manual intervention.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Solution: BullMQ repeatable delayed jobs scheduled on Redis.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Step 1: Editor reserves slot -&gt; Record stored in MongoDB.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Step 2: Delayed BullMQ job enqueued with exact future timestamp.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Step 3: Worker awakens at target timestamp -&gt; Transitions article to PUBLISHED and busts cache.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Resilience: Automatic retries with exponential backoff on transient database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Media &amp; Document Processing Pipeline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Heavy file parsing (DOCX, PDF, image transcoding) is kept strictly off the HTTP thread.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Incoming upload generates signed Cloudinary URL or streams to local disk fallback.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Document Parser extracts structure and transforms headings into TipTap JSON nodes.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Media queue generates responsive thumbnails and WebP optimized variants asynchronously.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Security Architecture &amp; OWASP Defense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923C"/>
                </a:solidFill>
              </a:defRPr>
            </a:pPr>
            <a:r>
              <a:t>Authentication &amp; Tokens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Argon2id password hashing (memory cost: 64MB, 3 iterations).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Short-lived 15-min JWT access token in HTTP-only, SameSite cookies.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7-day refresh token with Family Token Rotation (detects token reuse and instantly revokes family).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923C"/>
                </a:solidFill>
              </a:defRPr>
            </a:pPr>
            <a:r>
              <a:t>SSRF Zero-Trust Guard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Custom SSRF Validator (ssrf-validator.util.ts) executes prior to outbound HTTP fetches.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Resolves DNS hostnames and verifies target IP against zero-trust blocklists.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Blocks RFC 1918 private subnets (10.*, 172.16.*, 192.168.*), loopback (127.0.0.1), and AWS metadata (169.254.169.254).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Application Hardening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CsrfGuard: Enforces double-submit cookie verification on all POST/PUT/DELETE requests.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DOMPurify sanitization eliminates Stored and Reflected XSS vectors.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Redis sliding-window rate limiters block automated credential brute-forcing.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Live Penetration Testing &amp; Burp Suite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Out-of-Band (OAST) Blind SSRF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Tested POST /api/embeds/scrape with Burp Collaborator payload (oastify.com).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Result: Collaborator captured incoming DNS lookup and HTTP verification.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Validation: Attempted loopback (127.0.0.1) and AWS metadata -&gt; blocked with HTTP 400 Bad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Rate-Limiting Verification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Targeted POST /api/auth/login using Burp Repeater &amp; Intruder rapid bursts.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Result: Attempts 1-5 succeeded. Attempt 6 triggered HTTP 429 Too Many Requests.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Header Verified: retry-after-auth-sensitive: 56; verified Redis sliding-window enforcement.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3. JWT Signature Tampering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Used JWT Editor extension to tamper payload claims ('role': 'AUTHOR' -&gt; 'ADMIN').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Forwarded without valid HMAC secret signature.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Result: Server rejected request with HTTP 401 Unauthorized: Session expired or invalid token.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Testing Strategy &amp; Automated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Unit Testing (Vitest)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High-coverage test suites for isolated utility algorithms.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Cryptographic token signing, expiration logic, and cookie parsers.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SSRF IP blocklist evaluation across all IPv4/IPv6 private ranges.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Fast feedback loop during development (&lt;2.5s execution).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Integration Tests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Validates NestJS dependency injection and database repository bindings.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Tests transactional user creation and MongoDB article persistence.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Verifies BullMQ job lifecycle: enqueue, delay, and worker settlement.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E2E Golden Journey (Playwright)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Automated multi-role browser journeys in headless Chromium.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Journey 1: SuperAdmin user onboarding and taxonomy seeding.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Journey 2: Author drafting, image embed, and autosave verification.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Journey 3: Editor review, approval, and live article publication.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Operational Demonstration &amp; Verified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Live Operational Capabilities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Editorial Creation: Authors compose with slash commands and floating toolbars in sub-second response times.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Autosave Resilience: Verified recovery of 100% of unsaved content via IndexedDB after simulated tab crash.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Editorial Governance: Editors review revision diffs side-by-side prior to approval.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Reader Engagement: Clean, responsive reading canvas with live comments, likes, and reading progress bars.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Docker Mesh: Active containers (MongoDB, Postgres, Redis) operating within ~335 MB RAM 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Key Verification Proof Points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Zero-Trust Ingestion: Server successfully blocks internal network pivots.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Brute-Force Resistance: Redis throttler defends authentication against credential stuffing.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Tamper-Proof Authorization: Role escalation attempts fail at server-side guards.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Multi-Engine Cohesion: PostgreSQL credentials and MongoDB article trees remain synchronized via transactional hooks.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GAZETTE CMS — ENGINEERING DEFENSE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Technical Trade-offs &amp; Future Engineering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923C"/>
                </a:solidFill>
              </a:defRPr>
            </a:pPr>
            <a:r>
              <a:t>Current Engineering Trade-offs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Dual-Database Consistency: Maintaining referential integrity between PostgreSQL users and MongoDB stories requires application-level hooks rather than database foreign keys.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Single-Tenant Architecture: Designed for single media enterprise; currently requires independent deployments for multiple publications.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Memory Budget Constraints: Secondary analytics engines (ClickHouse) are maintained under an optional Docker profile to prevent workstation RAM saturation.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Future Engineering Roadmap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Multi-Tenant SaaS Partitioning: Organization-level schema isolation and vanity domain routing.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Real-Time Collaborative Editing: Integration of Yjs CRDTs over WebSockets for multi-author live typing (Google Docs style).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AI Editorial Co-Pilot: Integrated LLM assistants for SEO metadata generation, headline suggestions, and style auditing.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Edge Caching: Cloudflare Workers integration for global sub-20ms reader delivery.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CONCLUSION &amp; ENGINEERING SUMMARY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The Gazette proves that enterprise publishing demands far more than basic CRUD. By decoupling editorial ergonomics from polyglot persistence and applying zero-trust defensive security, the platform achieves both authoring excellence and operational resilience.</a:t>
            </a:r>
          </a:p>
          <a:p>
            <a:pPr>
              <a:spcBef>
                <a:spcPts val="1400"/>
              </a:spcBef>
              <a:defRPr sz="1400">
                <a:solidFill>
                  <a:srgbClr val="34D399"/>
                </a:solidFill>
              </a:defRPr>
            </a:pPr>
            <a:r>
              <a:t>Key Contributions: Zero-loss IndexedDB recovery | Polyglot (Postgres+Mongo+Redis) Mesh | BullMQ Async Queues | Live Burp Suite Penetration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2064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B923C"/>
                </a:solidFill>
              </a:defRPr>
            </a:pPr>
            <a:r>
              <a:t>Thank you! Open for Questions &amp; Architecture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